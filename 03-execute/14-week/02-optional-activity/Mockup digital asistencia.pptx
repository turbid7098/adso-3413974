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96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310897"/>
            <a:ext cx="8325733" cy="45719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86145" y="548640"/>
            <a:ext cx="824250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SENA </a:t>
            </a:r>
            <a:r>
              <a:rPr lang="en-US" sz="3600" b="1" dirty="0" err="1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BioAsistencia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2629" y="1691640"/>
            <a:ext cx="824602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Sistema de control de Asistencia con biometria facial y huella dactilar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6144" y="2606040"/>
            <a:ext cx="819678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Miembros: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Juan Sebastian medina Cardozo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Andres Felipe Castro Bedoya</a:t>
            </a:r>
          </a:p>
          <a:p>
            <a:pPr marL="0" indent="0" algn="ctr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Juan Pablo Chacon Barragan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CD3B743-8794-D59B-9C72-EDEF589B1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5" y="2568698"/>
            <a:ext cx="8242506" cy="487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FF1A1A-9B7F-D135-39C2-C04D82199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9" y="4488105"/>
            <a:ext cx="8242506" cy="48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90E5AE-E374-7A72-7FA4-A7F5343A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4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361523-B288-5CBA-F978-52248F46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7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FCE2E0B-EFC1-2B96-6833-813A5D11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1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0D96D71-5906-8DE9-77B5-C2586043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4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009E2F2-86A7-73AE-2B13-55BFAE2C3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9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DF3489-A3AF-CA89-846A-F46775E4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3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4536F4E-B4BA-C15F-B88D-7FBD97B0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0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24B698-A4DF-4436-BD6B-D0D3223B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7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6F522F-1818-E804-90F2-45FA9EE56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9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A35DB3B-8B8E-3095-33F0-D5960152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CF3762-2A3F-C8FF-CADB-76C769996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2"/>
          <a:stretch>
            <a:fillRect/>
          </a:stretch>
        </p:blipFill>
        <p:spPr>
          <a:xfrm>
            <a:off x="1066800" y="342324"/>
            <a:ext cx="8077200" cy="480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94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1F09FB-8FDA-6487-235B-71FFB8E94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89E615-15A0-5FF2-1162-E68291AF7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"/>
          <a:stretch>
            <a:fillRect/>
          </a:stretch>
        </p:blipFill>
        <p:spPr>
          <a:xfrm>
            <a:off x="1074420" y="345407"/>
            <a:ext cx="8069580" cy="479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3406F1-1DF5-89C9-472B-5D5BC3E5B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5B87FA-B208-F1EB-DEB3-011A8C7ED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" y="372997"/>
            <a:ext cx="8031480" cy="47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6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C83DEB-CE67-7186-E812-B3804A57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10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230B22-5444-E2E5-6659-2E542B0B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5546"/>
          <a:stretch>
            <a:fillRect/>
          </a:stretch>
        </p:blipFill>
        <p:spPr>
          <a:xfrm>
            <a:off x="144396" y="128787"/>
            <a:ext cx="2844951" cy="4885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D76E46-0D36-9263-FA7A-6A2FC3CF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5852"/>
          <a:stretch>
            <a:fillRect/>
          </a:stretch>
        </p:blipFill>
        <p:spPr>
          <a:xfrm>
            <a:off x="3138403" y="128787"/>
            <a:ext cx="2867193" cy="48859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F5AAD8A-37ED-C6DA-ED59-52121EB3AA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45" r="-2" b="12099"/>
          <a:stretch>
            <a:fillRect/>
          </a:stretch>
        </p:blipFill>
        <p:spPr>
          <a:xfrm>
            <a:off x="6141024" y="128787"/>
            <a:ext cx="2849255" cy="4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4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6F10B1-24C8-F81E-AA0F-00849319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1" r="2" b="17032"/>
          <a:stretch>
            <a:fillRect/>
          </a:stretch>
        </p:blipFill>
        <p:spPr>
          <a:xfrm>
            <a:off x="6139628" y="128786"/>
            <a:ext cx="2844951" cy="488592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8BB46B-1414-84D5-BE96-48563E8F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1" r="2" b="7446"/>
          <a:stretch>
            <a:fillRect/>
          </a:stretch>
        </p:blipFill>
        <p:spPr>
          <a:xfrm>
            <a:off x="135784" y="130055"/>
            <a:ext cx="2867193" cy="4885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A464BA-FCDD-6822-AEF1-E1CDB50E78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9973"/>
          <a:stretch>
            <a:fillRect/>
          </a:stretch>
        </p:blipFill>
        <p:spPr>
          <a:xfrm>
            <a:off x="3137618" y="128785"/>
            <a:ext cx="2849255" cy="4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02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146DC3-34E7-B293-12F6-6B7FE271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9" r="2" b="12856"/>
          <a:stretch>
            <a:fillRect/>
          </a:stretch>
        </p:blipFill>
        <p:spPr>
          <a:xfrm>
            <a:off x="144396" y="128787"/>
            <a:ext cx="2844951" cy="48859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9E0A974-4705-8C6A-1573-6E01AD3D2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54" r="-1" b="6564"/>
          <a:stretch>
            <a:fillRect/>
          </a:stretch>
        </p:blipFill>
        <p:spPr>
          <a:xfrm>
            <a:off x="3138403" y="128787"/>
            <a:ext cx="2867193" cy="4885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CB528C-D6E3-974C-DCA3-5355FF6DF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3" r="-2" b="14092"/>
          <a:stretch>
            <a:fillRect/>
          </a:stretch>
        </p:blipFill>
        <p:spPr>
          <a:xfrm>
            <a:off x="6141024" y="128787"/>
            <a:ext cx="2849255" cy="4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0A6638-2598-43CB-62F5-1BEF7E9E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2" r="-3" b="4244"/>
          <a:stretch>
            <a:fillRect/>
          </a:stretch>
        </p:blipFill>
        <p:spPr>
          <a:xfrm>
            <a:off x="6211103" y="128784"/>
            <a:ext cx="2844951" cy="4885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88ADE4D-C348-CA95-49B6-28559E88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02" r="-3" b="12352"/>
          <a:stretch>
            <a:fillRect/>
          </a:stretch>
        </p:blipFill>
        <p:spPr>
          <a:xfrm>
            <a:off x="3138403" y="128787"/>
            <a:ext cx="2867193" cy="488592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08E81B-C68C-7965-EECD-5F9E0E6C3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81" r="2" b="6294"/>
          <a:stretch>
            <a:fillRect/>
          </a:stretch>
        </p:blipFill>
        <p:spPr>
          <a:xfrm>
            <a:off x="83644" y="128785"/>
            <a:ext cx="2849255" cy="4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5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28</Words>
  <Application>Microsoft Office PowerPoint</Application>
  <PresentationFormat>Presentación en pantalla (16:9)</PresentationFormat>
  <Paragraphs>7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Schedule Manager</dc:title>
  <dc:subject>PptxGenJS Presentation</dc:subject>
  <dc:creator>PptxGenJS</dc:creator>
  <cp:lastModifiedBy>TANJINITSU KAMADO</cp:lastModifiedBy>
  <cp:revision>5</cp:revision>
  <dcterms:created xsi:type="dcterms:W3CDTF">2026-05-23T15:03:09Z</dcterms:created>
  <dcterms:modified xsi:type="dcterms:W3CDTF">2026-06-06T04:34:11Z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2026-05-23T15:06:41Z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638bdaa4-220b-4efc-bbca-028a7c9541a7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