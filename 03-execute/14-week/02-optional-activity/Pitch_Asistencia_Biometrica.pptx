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669280" y="64008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¿Todavía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pasando lista a mano?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286000" cy="45720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057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Control de Asistencia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Biométrica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Automatiza, verifica y reporta. Sin papel, sin errores.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 · Castro · Chacón  —  SENA ADSO · Ficha 3413974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registro manual tiene un costo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023360" cy="1371600"/>
          </a:xfrm>
          <a:prstGeom prst="rect">
            <a:avLst/>
          </a:prstGeom>
          <a:solidFill>
            <a:srgbClr val="122238"/>
          </a:solidFill>
          <a:ln w="25400">
            <a:solidFill>
              <a:srgbClr val="E85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17320"/>
            <a:ext cx="54864" cy="137160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600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984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Listas, firmas físicas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digitación manual en cada clase.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371600"/>
          </a:xfrm>
          <a:prstGeom prst="rect">
            <a:avLst/>
          </a:prstGeom>
          <a:solidFill>
            <a:srgbClr val="122238"/>
          </a:solidFill>
          <a:ln w="25400">
            <a:solidFill>
              <a:srgbClr val="E85A4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417320"/>
            <a:ext cx="54864" cy="1371600"/>
          </a:xfrm>
          <a:prstGeom prst="rect">
            <a:avLst/>
          </a:prstGeom>
          <a:solidFill>
            <a:srgbClr val="E85A4F"/>
          </a:solidFill>
          <a:ln w="12700">
            <a:solidFill>
              <a:srgbClr val="E85A4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6002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13248" y="198424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incorrectos, duplicados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registros incompletos.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971800"/>
            <a:ext cx="4023360" cy="1371600"/>
          </a:xfrm>
          <a:prstGeom prst="rect">
            <a:avLst/>
          </a:prstGeom>
          <a:solidFill>
            <a:srgbClr val="12223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971800"/>
            <a:ext cx="54864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91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15568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Suplantación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115568" y="35387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verificar con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certeza quién realmente asistió.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4023360" cy="1371600"/>
          </a:xfrm>
          <a:prstGeom prst="rect">
            <a:avLst/>
          </a:prstGeom>
          <a:solidFill>
            <a:srgbClr val="12223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2971800"/>
            <a:ext cx="54864" cy="1371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91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3154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útiles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5413248" y="353872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dispersa, sin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ni acceso en tiempo real.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Una plataforma web que lo hace todo por ti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multiusuario que registra, verifica y reporta la asistencia mediante validación biométrica — en menos de 3 segundos por marcación.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920240" cy="1097280"/>
          </a:xfrm>
          <a:prstGeom prst="rect">
            <a:avLst/>
          </a:prstGeom>
          <a:solidFill>
            <a:srgbClr val="0E1E30"/>
          </a:solidFill>
          <a:ln w="25400">
            <a:solidFill>
              <a:srgbClr val="00C4B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1920240" cy="54864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Marcación Biométrica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691640"/>
            <a:ext cx="1920240" cy="1097280"/>
          </a:xfrm>
          <a:prstGeom prst="rect">
            <a:avLst/>
          </a:prstGeom>
          <a:solidFill>
            <a:srgbClr val="0E1E30"/>
          </a:solidFill>
          <a:ln w="25400">
            <a:solidFill>
              <a:srgbClr val="3DBB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42032" y="1691640"/>
            <a:ext cx="1920240" cy="54864"/>
          </a:xfrm>
          <a:prstGeom prst="rect">
            <a:avLst/>
          </a:prstGeom>
          <a:solidFill>
            <a:srgbClr val="3DBBDB"/>
          </a:solidFill>
          <a:ln w="12700">
            <a:solidFill>
              <a:srgbClr val="3DBBD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33472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Automáticos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18304" y="1691640"/>
            <a:ext cx="1920240" cy="1097280"/>
          </a:xfrm>
          <a:prstGeom prst="rect">
            <a:avLst/>
          </a:prstGeom>
          <a:solidFill>
            <a:srgbClr val="0E1E3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18304" y="1691640"/>
            <a:ext cx="192024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09744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Incidencias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94576" y="1691640"/>
            <a:ext cx="1920240" cy="1097280"/>
          </a:xfrm>
          <a:prstGeom prst="rect">
            <a:avLst/>
          </a:prstGeom>
          <a:solidFill>
            <a:srgbClr val="0E1E30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894576" y="1691640"/>
            <a:ext cx="19202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8745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6016" y="24048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65760" y="2971800"/>
            <a:ext cx="8412480" cy="1920240"/>
          </a:xfrm>
          <a:prstGeom prst="rect">
            <a:avLst/>
          </a:prstGeom>
          <a:solidFill>
            <a:srgbClr val="122238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612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3227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aprendices, instructores y fichas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324612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154680" y="3227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usuario y auditoría completa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46120"/>
            <a:ext cx="320040" cy="3200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03520" y="3227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roles y seguridad por capas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246120"/>
            <a:ext cx="320040" cy="32004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452360" y="3227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PDF, Excel y CSV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Tres pasos. Sin complicaciones.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108960"/>
          </a:xfrm>
          <a:prstGeom prst="rect">
            <a:avLst/>
          </a:prstGeom>
          <a:solidFill>
            <a:srgbClr val="122238"/>
          </a:solidFill>
          <a:ln w="25400">
            <a:solidFill>
              <a:srgbClr val="3DBB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005840"/>
            <a:ext cx="914400" cy="914400"/>
          </a:xfrm>
          <a:prstGeom prst="ellipse">
            <a:avLst/>
          </a:prstGeom>
          <a:solidFill>
            <a:srgbClr val="3DBBDB"/>
          </a:solidFill>
          <a:ln w="12700">
            <a:solidFill>
              <a:srgbClr val="3DB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0302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64592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3108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se registra en el sistema con su dato biométrico. Una sola vez, para siempre.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2770632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55848" y="1417320"/>
            <a:ext cx="2606040" cy="3108960"/>
          </a:xfrm>
          <a:prstGeom prst="rect">
            <a:avLst/>
          </a:prstGeom>
          <a:solidFill>
            <a:srgbClr val="122238"/>
          </a:solidFill>
          <a:ln w="25400">
            <a:solidFill>
              <a:srgbClr val="00C4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01668" y="1005840"/>
            <a:ext cx="914400" cy="914400"/>
          </a:xfrm>
          <a:prstGeom prst="ellipse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01668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08" y="164592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93008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Marcacion en segundos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3538728" y="3108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llegar, el sistema verifica su identidad y registra la asistencia automaticamente.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608" y="2770632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54496" y="1417320"/>
            <a:ext cx="2606040" cy="3108960"/>
          </a:xfrm>
          <a:prstGeom prst="rect">
            <a:avLst/>
          </a:prstGeom>
          <a:solidFill>
            <a:srgbClr val="12223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100316" y="1005840"/>
            <a:ext cx="914400" cy="9144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100316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1756" y="1645920"/>
            <a:ext cx="731520" cy="7315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91656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al instante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6437376" y="31089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Instructores y coordinadores consultan asistencia, incidencias y metricas en tiempo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cambia desde el primer 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08760"/>
          </a:xfrm>
          <a:prstGeom prst="rect">
            <a:avLst/>
          </a:prstGeom>
          <a:solidFill>
            <a:srgbClr val="122238"/>
          </a:solidFill>
          <a:ln w="25400">
            <a:solidFill>
              <a:srgbClr val="00C4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seg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MARCACIÓN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garantizada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1508760"/>
          </a:xfrm>
          <a:prstGeom prst="rect">
            <a:avLst/>
          </a:prstGeom>
          <a:solidFill>
            <a:srgbClr val="12223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fraude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SUPLANTACIÓN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verificada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651760" cy="1508760"/>
          </a:xfrm>
          <a:prstGeom prst="rect">
            <a:avLst/>
          </a:prstGeom>
          <a:solidFill>
            <a:srgbClr val="122238"/>
          </a:solidFill>
          <a:ln w="25400">
            <a:solidFill>
              <a:srgbClr val="3DBB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B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2179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Y TRAZABLE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papel, sin errores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1965960" cy="868680"/>
          </a:xfrm>
          <a:prstGeom prst="rect">
            <a:avLst/>
          </a:prstGeom>
          <a:solidFill>
            <a:srgbClr val="0E1E30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6440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7552" y="31729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tiempo al instructor en cada clase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542032" y="3063240"/>
            <a:ext cx="1965960" cy="868680"/>
          </a:xfrm>
          <a:prstGeom prst="rect">
            <a:avLst/>
          </a:prstGeom>
          <a:solidFill>
            <a:srgbClr val="0E1E30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3264408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163824" y="31729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biométricos protegidos por ley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718304" y="3063240"/>
            <a:ext cx="1965960" cy="868680"/>
          </a:xfrm>
          <a:prstGeom prst="rect">
            <a:avLst/>
          </a:prstGeom>
          <a:solidFill>
            <a:srgbClr val="0E1E30"/>
          </a:solidFill>
          <a:ln w="12700">
            <a:solidFill>
              <a:srgbClr val="3DBBD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326440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40096" y="31729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listos para descarga en PDF y Excel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94576" y="3063240"/>
            <a:ext cx="1965960" cy="868680"/>
          </a:xfrm>
          <a:prstGeom prst="rect">
            <a:avLst/>
          </a:prstGeom>
          <a:solidFill>
            <a:srgbClr val="0E1E3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3264408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16368" y="31729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indicadores siempre actualizado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B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que protege a tu institucion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217920" y="1005840"/>
            <a:ext cx="2560320" cy="2560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61288"/>
            <a:ext cx="384048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1581 de 2012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05840" y="14813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Cumplimos la normativa colombiana de protección de datos personales y biométricos.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740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0391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por roles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0058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Administrador, Instructor, Coordinador y Aprendiz — cada uno ve solo lo que le corresponde.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53512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935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auditoria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005840" y="3273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queda registrada: accesos, cambios, marcaciones y errores. Siempre trazable.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9624"/>
            <a:ext cx="384048" cy="3840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8313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cifrada (HTTPS + JWT)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1005840" y="4169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viajan protegidos. Las sesiones son seguras y controladas.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Desarrollado por talento SENA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91840"/>
          </a:xfrm>
          <a:prstGeom prst="rect">
            <a:avLst/>
          </a:prstGeom>
          <a:solidFill>
            <a:srgbClr val="122238"/>
          </a:solidFill>
          <a:ln w="25400">
            <a:solidFill>
              <a:srgbClr val="00C4B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7300" y="1600200"/>
            <a:ext cx="1005840" cy="1005840"/>
          </a:xfrm>
          <a:prstGeom prst="ellipse">
            <a:avLst/>
          </a:prstGeom>
          <a:solidFill>
            <a:srgbClr val="162940"/>
          </a:solidFill>
          <a:ln w="25400">
            <a:solidFill>
              <a:srgbClr val="00C4B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743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Sebastián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3520440"/>
            <a:ext cx="2057400" cy="347472"/>
          </a:xfrm>
          <a:prstGeom prst="rect">
            <a:avLst/>
          </a:prstGeom>
          <a:solidFill>
            <a:srgbClr val="00C4B4">
              <a:alpha val="22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520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Full Stack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Backend · Base de datos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1371600"/>
            <a:ext cx="2606040" cy="3291840"/>
          </a:xfrm>
          <a:prstGeom prst="rect">
            <a:avLst/>
          </a:prstGeom>
          <a:solidFill>
            <a:srgbClr val="122238"/>
          </a:solidFill>
          <a:ln w="25400">
            <a:solidFill>
              <a:srgbClr val="3DBBDB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1371600"/>
            <a:ext cx="2606040" cy="73152"/>
          </a:xfrm>
          <a:prstGeom prst="rect">
            <a:avLst/>
          </a:prstGeom>
          <a:solidFill>
            <a:srgbClr val="3DBBDB"/>
          </a:solidFill>
          <a:ln w="12700">
            <a:solidFill>
              <a:srgbClr val="3DBB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37660" y="1600200"/>
            <a:ext cx="1005840" cy="1005840"/>
          </a:xfrm>
          <a:prstGeom prst="ellipse">
            <a:avLst/>
          </a:prstGeom>
          <a:solidFill>
            <a:srgbClr val="162940"/>
          </a:solidFill>
          <a:ln w="25400">
            <a:solidFill>
              <a:srgbClr val="3DBBD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8288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743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Felipe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Castro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611880" y="3520440"/>
            <a:ext cx="2057400" cy="347472"/>
          </a:xfrm>
          <a:prstGeom prst="rect">
            <a:avLst/>
          </a:prstGeom>
          <a:solidFill>
            <a:srgbClr val="3DBBDB">
              <a:alpha val="22000"/>
            </a:srgbClr>
          </a:solidFill>
          <a:ln w="12700">
            <a:solidFill>
              <a:srgbClr val="3DBBD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11880" y="3520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B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Full Stack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429000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· Lógica · Validaciones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606040" cy="3291840"/>
          </a:xfrm>
          <a:prstGeom prst="rect">
            <a:avLst/>
          </a:prstGeom>
          <a:solidFill>
            <a:srgbClr val="12223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371600"/>
            <a:ext cx="26060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18020" y="1600200"/>
            <a:ext cx="1005840" cy="1005840"/>
          </a:xfrm>
          <a:prstGeom prst="ellipse">
            <a:avLst/>
          </a:prstGeom>
          <a:solidFill>
            <a:srgbClr val="162940"/>
          </a:solidFill>
          <a:ln w="25400">
            <a:solidFill>
              <a:srgbClr val="F5A62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182880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2743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Chacón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6492240" y="3520440"/>
            <a:ext cx="2057400" cy="347472"/>
          </a:xfrm>
          <a:prstGeom prst="rect">
            <a:avLst/>
          </a:prstGeom>
          <a:solidFill>
            <a:srgbClr val="F5A623">
              <a:alpha val="22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92240" y="35204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Full Stack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309360" y="4023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· Análisis · Documentación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2560320" y="4681728"/>
            <a:ext cx="4023360" cy="347472"/>
          </a:xfrm>
          <a:prstGeom prst="rect">
            <a:avLst/>
          </a:prstGeom>
          <a:solidFill>
            <a:srgbClr val="122238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560320" y="4681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 ·  Análisis y Desarrollo de Software  ·  Ficha 3413974  · 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A8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5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943600" y="36576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¿Listo para modernizar tu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234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asistencia?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2029968"/>
            <a:ext cx="27432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22219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real desde el primer dia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8892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6112" y="27706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seguros y 100% trazables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112" y="33192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listos para instructores y directivos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de Asistencia Biométrica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de Asistencia Biometrica - Pitch</dc:title>
  <dc:subject>PptxGenJS Presentation</dc:subject>
  <dc:creator>Juan Pablo Chacon</dc:creator>
  <cp:lastModifiedBy>Juan Pablo Chacon</cp:lastModifiedBy>
  <cp:revision>1</cp:revision>
  <dcterms:created xsi:type="dcterms:W3CDTF">2026-06-06T04:31:10Z</dcterms:created>
  <dcterms:modified xsi:type="dcterms:W3CDTF">2026-06-06T04:31:10Z</dcterms:modified>
</cp:coreProperties>
</file>